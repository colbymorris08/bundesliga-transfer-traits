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64" r:id="rId15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7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SAMPLE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What Tier 1 and Tier 2 mean  ·  tiers ≠ FBref vs StatsBomb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1 — WIDE sample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Wide = many inbound players, thin questions. Cover almost every first Bundesliga season over several years.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Target: N ≥ 500 player-seasons on FBref.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500 outcomes of what? Each arrival’s Bundesliga Year-1 playing outcomes — minutes share, and attack/defend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per-90 — by position and prior (source) league. Answers: who gets minutes / produces in Germany.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20440"/>
            <a:ext cx="11155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2 — DEEP sample (stability → redundancy → pizza)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Deep = fewer players, richer trait questions. Need prior-league stats AND Bundesliga Y1 stats (paired).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Stability = does the prior-league per-90 trait predict the same trait in Bundesliga Y1? (Pearson r)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Then drop redundant copies (|r|≥0.70) and build pizzas from the kept shortlist.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FBref target: 500+ paired seasons. StatsBomb live check: N=60 open-data pairs (done).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FBref / StatsBomb = data sources. Tier 1 / Tier 2 = how wide vs how deep you analyze.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FBref = scale for both tiers. StatsBomb = live event-level Tier-2 deep dive.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FBref stability — live results (Big 5 inbound)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Paired N=117 · prior ≥450 min · BL Y1 ≥450 min · seasons end-years 2018–2025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Tested 103 metrics · 71 pass r≥0.40 · 35 pass r≥0.70 · 217 redundancy pairs · auto shortlist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80160"/>
          <a:ext cx="8961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840480"/>
                <a:gridCol w="1463040"/>
                <a:gridCol w="1371600"/>
                <a:gridCol w="128016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0.865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0.812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0.795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C1C"/>
                          </a:solidFill>
                          <a:latin typeface="Arial"/>
                        </a:rP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C1C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Showing top 15 of 71 passers. Full table: results/fbref_stability_passed_r040.csv · Big 5 priors only (PL/La Liga/Serie A/Ligue 1→BL).</a:t>
            </a:r>
          </a:p>
          <a:p>
            <a:r>
              <a:rPr sz="1100" b="0">
                <a:solidFill>
                  <a:srgbClr val="555555"/>
                </a:solidFill>
                <a:latin typeface="Arial"/>
              </a:rPr>
              <a:t>Auto shortlist after redundancy: 22 metrics (see fbref_redundancy_auto_shortlist_suggestion.csv).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 player profile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Built from traits that passed stability + redundancy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Filled wedges = Year-1 Bundesliga percentiles vs peers.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Dashed arc = avg peer · Solid arc = top peer.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Only traits that passed stability + redundancy.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51560"/>
            <a:ext cx="553690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