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64" r:id="rId15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4.xml"/><Relationship Id="rId14" Type="http://schemas.openxmlformats.org/officeDocument/2006/relationships/slide" Target="slides/slide6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Tiers = sample scope (how big / how deep) — NOT “FBref vs StatsBomb”</a:t>
            </a:r>
          </a:p>
          <a:p>
            <a:r>
              <a:rPr sz="10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1 — Wide outcomes (target N ≥ 500)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All inbound / first Bundesliga seasons. Minutes + per-90 outcomes by position and source league.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2 — Deep portability → pizza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Paired prior→Y1 seasons: stability on all stats → redundancy → scout-card pizzas.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Data sources (separate idea):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FBref = primary scale layer for Tier 1 + Tier 2 (season per-90). Not frozen yet.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StatsBomb Open Data = live event-level deep dive on a smaller overlap (N=60 done).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Tiers = sample scope (how big / how deep) — NOT “FBref vs StatsBomb”</a:t>
            </a:r>
          </a:p>
          <a:p>
            <a:r>
              <a:rPr sz="10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1 — Wide outcomes (target N ≥ 500)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All inbound / first Bundesliga seasons. Minutes + per-90 outcomes by position and source league.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2 — Deep portability → pizza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Paired prior→Y1 seasons: stability on all stats → redundancy → scout-card pizzas.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Data sources (separate idea):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FBref = primary scale layer for Tier 1 + Tier 2 (season per-90). Not frozen yet.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StatsBomb Open Data = live event-level deep dive on a smaller overlap (N=60 done).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Remember: Tier 1 / Tier 2 describe the study design.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FBref / StatsBomb describe which dataset feeds that design.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2 — Deep (portability → pizza)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Paired prior→Y1 seasons. 1) Stability on ALL stats. 2) Redundancy (|r|≥0.70). 3) Pizza charts from kept traits. StatsBomb ~94–120 for event-level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Example: Eric Dier (Central Defender)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StatsBomb shortlist pizza · percentiles vs Bundesliga peers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 (percentiles — not raw rates)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Wedge length = Year-1 Bundesliga percentile vs peers at the position.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Center = 0th %ile · Outer rim = 100th %ile (best vs peers).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Dashed arc ≈ average peer (~50th). Solid arc ≈ top peer (~90th).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Only traits that passed stability + redundancy appear on the pizza.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475473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FBref stability — status &amp; planned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Tier 2 stability is not run yet (need paired prior→BL Y1 seasons at scale, target N≥500).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Same gate planned as StatsBomb deep dive: keep stats with prior→Y1 Pearson r ≥ ~0.40, then redundancy.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0200"/>
          <a:ext cx="1115568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1463040"/>
                <a:gridCol w="164592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 (planned)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 2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SB analogue failed r≥0.40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att.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5A00"/>
                </a:solidFill>
                <a:latin typeface="Arial"/>
              </a:rPr>
              <a:t>When FBref freeze lands: replace this table with real prior→Y1 stability r’s (same layout as the StatsBomb stability slide).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Until then: StatsBomb N=60 is the live stability evidence; FBref picks above are Step-2 plans guided by SB analogues.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