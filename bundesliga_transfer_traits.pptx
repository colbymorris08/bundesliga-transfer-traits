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SAMPLE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Two-tier design · Bundesliga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Honest N ≥ 500 on FBref · deeper event dive on StatsBomb open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Tier 1 — Wide (headline N ≥ 500)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All inbound / first Bundesliga seasons over a multi-year window. Outcomes: minutes share, attack &amp; defend per-90 by position and source league. Answers who succeeds after arrival.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Tier 2 — Deep (portability → pizza)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Paired prior→Y1 seasons. 1) Stability on ALL stats. 2) Redundancy (|r|≥0.70). 3) Pizza charts from kept traits. StatsBomb ~94–120 for event-level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Example player profile (mock)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589520" cy="5059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How to read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Filled wedges = Year-1 Bundesliga percentiles.
Dashed arc = avg peer at position.
Solid arc = top peer.
Only metrics that transferred well (stable) and are non-redundant appear on the pizza.
Dropdown HTML explorer sorts players by 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