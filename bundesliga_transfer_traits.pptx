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8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Year-1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>
                <a:solidFill>
                  <a:srgbClr val="333333"/>
                </a:solidFill>
              </a:rPr>
              <a:t>Football Reference (FBref): 19 leagues; first Bundesliga season in 2021–2025; prior and Year-1 minutes ≥300′.</a:t>
            </a:r>
          </a:p>
          <a:p>
            <a:r>
              <a:rPr sz="1100" b="0">
                <a:solidFill>
                  <a:srgbClr val="333333"/>
                </a:solidFill>
              </a:rPr>
              <a:t>StatsBomb: 17 competitions; Bundesliga 2015/16 + 2023/24; prior ≥45′ / Year-1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Stability</a:t>
            </a:r>
          </a:p>
          <a:p>
            <a:r>
              <a:rPr sz="1200" b="0">
                <a:solidFill>
                  <a:srgbClr val="333333"/>
                </a:solidFill>
              </a:rPr>
              <a:t>Correlate prior → Bundesliga Year-1 per-90 rates.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Year-1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Year-1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Bundesliga Year-1?).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(do higher prior trait ranks line up with more Year-1 minutes — rank-based, robust when minutes are skewed).</a:t>
            </a:r>
          </a:p>
          <a:p>
            <a:r>
              <a:rPr sz="1200" b="0">
                <a:solidFill>
                  <a:srgbClr val="333333"/>
                </a:solidFill>
              </a:rPr>
              <a:t>Then redundancy pruning and peer percentiles.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Bundesliga Year-1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What we use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>
                <a:solidFill>
                  <a:srgbClr val="333333"/>
                </a:solidFill>
              </a:rPr>
              <a:t>Minutes: prior ≥300′ · Year-1 ≥300′ → N=329 pairs · 19 leagues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League-relative scaling tested and dropped: “how high vs peers in the same prior league” (z-score / percentile) did not improve prior→Year-1 stability, so we keep absolute per-90 rates.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All male open competitions as priors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Year-1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>
                <a:solidFill>
                  <a:srgbClr val="333333"/>
                </a:solidFill>
              </a:rPr>
              <a:t>Event check on trait families — not league ranking.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No relative scaling: same peer-rank idea failed on FBref. StatsBomb priors mix FIFA World Cup, UEFA European Championship (Euro), UEFA Champions League, and other pro leagues, so within-league peer ranks are even less meaningful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Y1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 · 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 ·  r ≥ 0.50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43 metrics pass gates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>No league-relative scaling — absolute per-90 rates travel better.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 (PPC, DIS, PRS, …).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</a:rPr>
              <a:t/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Bundesliga Year-1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Bundesliga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Bundesliga Year-1 minutes / higher trait score.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/>
            </a:r>
            <a:r>
              <a:rPr sz="1300" dirty="0">
                <a:solidFill>
                  <a:srgbClr val="555555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Y1 minutes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292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551680"/>
              </p:ext>
            </p:extLst>
          </p:nvPr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Predict Year-1 Bundesliga minutes from prior league (Premier League / La Liga / Ligue 1 vs Serie A baseline), prior minutes, and position.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Same as Model 1, plus prior trait percentiles (e.g. Final Third, box touches).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on 80% of players; see if predictions match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is the baseline league (lowest average Year-1 minutes among Big-5 feeders), so other leagues are estimated as “extra minutes vs Serie A.”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1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about +163 minutes vs Serie A (p≈0.38) — not statistically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 signal.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mean Year-1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Why p-values stay modest</a:t>
            </a:r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What hardened the sample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prior/Y1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FBref traits most linked to Year-1 minutes (p&lt;0.05): final-third passing, shot blocks, progressive distance, box defending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Year-1 Bundesliga minutes = open-data success proxy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Year-1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Year-1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Y1 / Year-1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Deliverables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Repo: deck · README.md · interactive_player_explorer.html · stability_redundancy_inspector.html · projectproposal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Stability floors: FBref Attacking/Passing/Other Pearson r ≥ 0.60 · Defending/Carrying Pearson r ≥ 0.50 · StatsBomb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3010</TotalTime>
  <Words>3358</Words>
  <Application>Microsoft Macintosh PowerPoint</Application>
  <PresentationFormat>Widescreen</PresentationFormat>
  <Paragraphs>632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15</cp:revision>
  <dcterms:created xsi:type="dcterms:W3CDTF">2013-01-27T09:14:16Z</dcterms:created>
  <dcterms:modified xsi:type="dcterms:W3CDTF">2026-07-20T19:57:32Z</dcterms:modified>
  <cp:category/>
</cp:coreProperties>
</file>