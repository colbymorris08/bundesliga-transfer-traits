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64" r:id="rId15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4.xml"/><Relationship Id="rId14" Type="http://schemas.openxmlformats.org/officeDocument/2006/relationships/slide" Target="slides/slide6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SAMPLE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What Tier 1 and Tier 2 mean  ·  tiers ≠ FBref vs StatsBomb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1 — WIDE sample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Wide = many inbound players, thin questions. Cover almost every first Bundesliga season over several years.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Target: N ≥ 500 player-seasons on FBref.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500 outcomes of what? Each arrival’s Bundesliga Year-1 playing outcomes — minutes share, and attack/defend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per-90 — by position and prior (source) league. Answers: who gets minutes / produces in Germany.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20440"/>
            <a:ext cx="11155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Arial"/>
              </a:rPr>
              <a:t>Tier 2 — DEEP sample (stability → redundancy → pizza)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Deep = fewer players, richer trait questions. Need prior-league stats AND Bundesliga Y1 stats (paired).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Stability = does the prior-league per-90 trait predict the same trait in Bundesliga Y1? (Pearson r)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Then drop redundant copies (|r|≥0.70) and build pizzas from the kept shortlist.</a:t>
            </a:r>
          </a:p>
          <a:p>
            <a:r>
              <a:rPr sz="1300" b="0">
                <a:solidFill>
                  <a:srgbClr val="1C1C1C"/>
                </a:solidFill>
                <a:latin typeface="Arial"/>
              </a:rPr>
              <a:t>FBref target: 500+ paired seasons. StatsBomb live check: N=60 open-data pairs (done).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FBref / StatsBomb = data sources. Tier 1 / Tier 2 = how wide vs how deep you analyze.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FBref = scale for both tiers. StatsBomb = live event-level Tier-2 deep dive.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Example: Eric Dier (Central Defender)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StatsBomb shortlist · rings marked 0%ile–100%ile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 the ring numbers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0 / 25 / 50 / 75 / 100 = percentile vs Bundesliga peers (labeled %ile — not raw per-90).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Center = 0th %ile · rim = 100th %ile. Dashed ≈ 50th (avg). Solid ≈ ~90th (top).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Wedge length = this player’s Year-1 percentile on each kept trait.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479193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FBref stability list (planned — Tier 2 not run yet)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Same idea as StatsBomb: prior league → Bundesliga Y1 correlation. Planned gate r ≥ ~0.40, then redundancy.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No live FBref r’s yet (need N≥500 paired seasons). Table = Step-2 planned keep/drop list from your PDF.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1133856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1371600"/>
                <a:gridCol w="201168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 (volume)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PrgP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Carries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Keep over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OUT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Drop vs npxG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attacking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5A00"/>
                </a:solidFill>
                <a:latin typeface="Arial"/>
              </a:rPr>
              <a:t>When FBref is frozen: replace Planned PASS/OUT with real prior→Y1 stability r (same layout as StatsBomb slide).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