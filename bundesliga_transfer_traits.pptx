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71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51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Stability</a:t>
            </a:r>
          </a:p>
          <a:p>
            <a:r>
              <a:rPr sz="1200" b="0">
                <a:solidFill>
                  <a:srgbClr val="333333"/>
                </a:solidFill>
              </a:rPr>
              <a:t>Correlate prior → Year 1 in Bundesliga per-90 rates. Keep metrics that travel (clear the floor). Metrics that miss the floor are non-portable — reported as failed/unstable in the inspector, not on the scout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>
                <a:solidFill>
                  <a:srgbClr val="333333"/>
                </a:solidFill>
              </a:rPr>
              <a:t>FBref category gates → 43 of 105 metrics met the stability floor. StatsBomb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— yes: success means more Year 1 in Bundesliga minutes (playing time), not goals or market value. We ask whether higher prior trait ranks line up with more first-season minutes.</a:t>
            </a:r>
          </a:p>
          <a:p>
            <a:r>
              <a:rPr sz="1200" b="0">
                <a:solidFill>
                  <a:srgbClr val="333333"/>
                </a:solidFill>
              </a:rPr>
              <a:t>Redundancy = drop near-duplicate metrics. Percentiles = rank vs Bundesliga position peers.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“how high vs peers in the same prior league” (z-score / percentile). It did not improve prior→Year 1 stability, so we keep absolute per-90 rates everywhere.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Priors = any StatsBomb open men’s competition the player played before Bundesliga (club leagues and internationals — World Cup, Euro, Champions League, etc.).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Open-data thinness · two BL seasons · event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+ international competitions, so feeder tables here are directional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200" b="0">
                <a:solidFill>
                  <a:srgbClr val="333333"/>
                </a:solidFill>
              </a:rPr>
              <a:t>43 of 105 metrics pass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  <a:p>
            <a:r>
              <a:rPr sz="1200" b="0">
                <a:solidFill>
                  <a:srgbClr val="333333"/>
                </a:solidFill>
              </a:rPr>
              <a:t>Unstable metrics (the other 62) miss the floor — non-portable;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100" b="0">
                <a:solidFill>
                  <a:srgbClr val="333333"/>
                </a:solidFill>
              </a:rPr>
              <a:t>Metric codes: see Glossary slide (PPC, DIS, PRS, …).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Position changes: we use broad position groups for peer ranks. We do not model "CB became FB" as the main story — role switches can add noise to stability,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FBref: 43 cleared stability → 32 kept</a:t>
            </a:r>
          </a:p>
          <a:p>
            <a:r>
              <a:rPr sz="1100" b="0">
                <a:solidFill>
                  <a:srgbClr val="333333"/>
                </a:solidFill>
              </a:rPr>
              <a:t>105 tested · category gates → 43 · Pearson |r|≥0.95 → drop near-duplicates → 32</a:t>
            </a:r>
          </a:p>
          <a:p>
            <a:r>
              <a:rPr sz="1100" b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>
                <a:solidFill>
                  <a:srgbClr val="333333"/>
                </a:solidFill>
              </a:rPr>
              <a:t>Pick order when choosing which to keep: higher stability → larger N → prefer rate/contextual</a:t>
            </a:r>
          </a:p>
          <a:p>
            <a:r>
              <a:rPr sz="1100" b="0">
                <a:solidFill>
                  <a:srgbClr val="333333"/>
                </a:solidFill>
              </a:rPr>
              <a:t>Top stability examples: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Year 1 in Bundesliga · red dotted = prior · dashed = 50th-percentile Bundesliga peer · grey = 90th-percentile Bundesliga peer.</a:t>
            </a:r>
          </a:p>
          <a:p>
            <a:r>
              <a:rPr sz="1200" b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Explorer: StatsBomb N=96 · 7 traits · FBref N=329 · 32 traits.</a:t>
            </a:r>
          </a:p>
          <a:p>
            <a:r>
              <a:rPr sz="1200" b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What “stable-trait score” means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One number that answers: in Year 1 in Bundesliga, how strong is this player on the portable (shortlisted) traits — vs peers at their position?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Phase 2: after shortlisting, test what lines up with Bundesliga success.</a:t>
            </a:r>
          </a:p>
          <a:p>
            <a:r>
              <a:rPr sz="1200" b="0">
                <a:solidFill>
                  <a:srgbClr val="333333"/>
                </a:solidFill>
              </a:rPr>
              <a:t>Primary success = Year 1 in Bundesliga minutes (more minutes = more playing time).</a:t>
            </a:r>
          </a:p>
          <a:p>
            <a:r>
              <a:rPr sz="1200" b="0">
                <a:solidFill>
                  <a:srgbClr val="333333"/>
                </a:solidFill>
              </a:rPr>
              <a:t>Also reported: Year 1 minutes percentile · stable-trait score (secondary).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Spearman ρ: rank players on a prior trait, rank them on Year 1 minutes, correlate the ranks. It does not assume minutes rise linearly — only that higher prior trait ranks tend to coincide with more minutes.</a:t>
            </a:r>
          </a:p>
          <a:p>
            <a:r>
              <a:rPr sz="1200" b="0">
                <a:solidFill>
                  <a:srgbClr val="333333"/>
                </a:solidFill>
              </a:rPr>
              <a:t>Minutes always depend on competition for the XI, injuries, and manager choice — we treat this as an associative open-data proxy, not a causal “deserved minutes” metric.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Then: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1. Bundesliga season (“Year 1 in Bundesliga minutes”).</a:t>
            </a:r>
          </a:p>
          <a:p>
            <a:r>
              <a:rPr sz="1200" b="0">
                <a:solidFill>
                  <a:srgbClr val="333333"/>
                </a:solidFill>
              </a:rPr>
              <a:t>Plain English: did the club trust and use the inbound player (playing-time success)?</a:t>
            </a:r>
          </a:p>
          <a:p>
            <a:r>
              <a:rPr sz="1200" b="0">
                <a:solidFill>
                  <a:srgbClr val="333333"/>
                </a:solidFill>
              </a:rPr>
              <a:t>Also reported (secondary): Year 1 minutes percentile (rank in cohort) and stable-trait score (how strong the Year 1 profile looks on portable traits).</a:t>
            </a:r>
          </a:p>
          <a:p>
            <a:r>
              <a:rPr sz="1200" b="0">
                <a:solidFill>
                  <a:srgbClr val="333333"/>
                </a:solidFill>
              </a:rPr>
              <a:t>Trait &amp; league tests ask: which prior signals line up with more Year 1 minutes?</a:t>
            </a: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vs a reference league (Serie A), holding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100" b="0">
                <a:solidFill>
                  <a:srgbClr val="333333"/>
                </a:solidFill>
              </a:rPr>
              <a:t>Selection bias: these are players clubs already chose to sign from each feeder — not a random draw from that league. Means describe arrived cohorts, not “transfer from X causes minutes.”</a:t>
            </a:r>
          </a:p>
          <a:p>
            <a:r>
              <a:rPr sz="1100" b="0">
                <a:solidFill>
                  <a:srgbClr val="333333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(PL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Final Third, Def Pen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Big-5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Big-5 FBref subset N=117. Associative / exploratory — not a validated forecast.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Does this make sense?</a:t>
            </a:r>
          </a:p>
          <a:p>
            <a:r>
              <a:rPr sz="1200" b="0">
                <a:solidFill>
                  <a:srgbClr val="333333"/>
                </a:solidFill>
              </a:rPr>
              <a:t>Yes — Ligue 1’s +163 minutes vs Serie A looks large on the table but p≈0.38 (N=117): not statistically distinguishable from noise. Modest, non-significant league gaps are exactly what you’d expect if clubs already select carefully and league labels are weak once minutes/position are controlled.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Year 1 minutes; league is a weak residual signal.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mean Year 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3024</TotalTime>
  <Words>3932</Words>
  <Application>Microsoft Macintosh PowerPoint</Application>
  <PresentationFormat>Widescreen</PresentationFormat>
  <Paragraphs>681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17</cp:revision>
  <dcterms:created xsi:type="dcterms:W3CDTF">2013-01-27T09:14:16Z</dcterms:created>
  <dcterms:modified xsi:type="dcterms:W3CDTF">2026-07-23T00:03:12Z</dcterms:modified>
  <cp:category/>
</cp:coreProperties>
</file>