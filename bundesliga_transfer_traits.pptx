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CAL BERKELEY · INDEPENDENT STUDY · TEMPLATE FROM NYRB PIZZA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Which traits travel into the Bundesliga?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Stability → redundancy → pizza charts · FBref primary · StatsBomb deep dive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Q1 — Portability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FBref per-90 stats stay consistent from the prior league into Bundesliga Year-1?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Q2 — Leagues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source leagues produce arrivals who perform effectively in Germany?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Q3 — Deliverable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 short non-redundant trait set + pizza profiles for scouts / Conrad.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Inbound cohort from FBref season records (first Bundesliga season / prior league ≠ Bundesliga).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Not Transfermarkt scrape · Not market-value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SAMPLE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Two-tier design · Bundesliga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Honest N ≥ 500 on FBref · deeper event dive on StatsBomb open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2004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Tier 1 — Wide (headline N ≥ 500)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All inbound / first Bundesliga seasons over a multi-year window. Outcomes: minutes share, attack &amp; defend per-90 by position and source league. Answers who succeeds after arrival.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2004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Tier 2 — Deep (portability → pizza)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Paired prior→Y1 seasons. 1) Stability on ALL stats. 2) Redundancy (|r|≥0.70). 3) Pizza charts from kept traits. StatsBomb ~94–120 for event-level check.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METHOD · REPLACES NYRB AXIS 3 (MARKET VALUE)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Pipeline: stability → redundancy → pizza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Same order as the Red Bull metric framework; destination = Bundesliga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① Stability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For every FBref per-90 stat, correlate prior-league season vs Bundesliga Y1 by position. Keep stats that travel well (high cross-league 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② Redundancy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Among stable stats, drop near-duplicates (|r| ≥ 0.70 within position). Keep one representative per cluster → short scout card.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③ Pizza charts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Player profiles only from the stable + non-redundant set. Prior vs Bundesliga avg / top peer reference lines. Interactive HTML + this PPT.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OUTPUT · MOCK PIZZA · FBREF / OPEN-DATA 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Example player profile (mock)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Built from traits that passed stability + redundancy · not market value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589520" cy="5059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554480"/>
            <a:ext cx="3474720" cy="41148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691639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How to read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Filled wedges = Year-1 Bundesliga percentiles.
Dashed arc = avg peer at position.
Solid arc = top peer.
Only metrics that transferred well (stable) and are non-redundant appear on the pizza.
Dropdown HTML explorer sorts players by position.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RESULTS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Traits to target · leagues to prioritize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Illustrative placeholders until FBref Tier-2 run is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that typically travel (directional): aerials, xG finishing, short/volume passing, carry length.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often league-style dependent: pressing volume, progressive-pass rate, possession-chain volume.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Source-league scorecard (Tier 1+2): rank prior leagues by Y1 minutes + profile strength on kept traits.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Open-data preview feeders: World Cup, Euro, Ligue 1, La Liga, Champions League, Premier League.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DELIVERABLES · CAL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What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GitHub: colbymorris08/bundesliga-transfer-traits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For Conrad / review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conrad.docx — proposal
methodology_results_brief.html — short method deck
bundesliga_transfer_traits.pptx — this template
mock_pizza_bundesliga.png — pizza mock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Interactive / data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interactive_player_explorer.html — dropdown by position + pizza
cohort_data.json — open-data stress-test cohort
CONRAD_PROPOSAL.txt — editable source for the Word doc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