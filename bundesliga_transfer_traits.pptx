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2" r:id="rId13"/>
    <p:sldId id="264" r:id="rId15"/>
    <p:sldId id="259" r:id="rId10"/>
    <p:sldId id="263" r:id="rId14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4.xml"/><Relationship Id="rId14" Type="http://schemas.openxmlformats.org/officeDocument/2006/relationships/slide" Target="slides/slide7.xml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SAMPLE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What Tier 1 and Tier 2 mean  ·  tiers ≠ FBref vs StatsBomb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1 — WIDE sample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Wide = many inbound players, thin questions. Cover almost every first Bundesliga season over several years.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Target: N ≥ 500 player-seasons on FBref.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500 outcomes of what? Each arrival’s Bundesliga Year-1 playing outcomes — minutes share, and attack/defend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per-90 — by position and prior (source) league. Answers: who gets minutes / produces in Germany.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20440"/>
            <a:ext cx="11155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2 — DEEP sample (stability → redundancy → pizza)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Deep = fewer players, richer trait questions. Need prior-league stats AND Bundesliga Y1 stats (paired).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Stability = does the prior-league per-90 trait predict the same trait in Bundesliga Y1? (Pearson r)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Then drop redundant copies (|r|≥0.70) and build pizzas from the kept shortlist.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FBref target: 500+ paired seasons. StatsBomb live check: N=60 open-data pairs (done).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FBref / StatsBomb = data sources. Tier 1 / Tier 2 = how wide vs how deep you analyze.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FBref = scale for both tiers. StatsBomb = live event-level Tier-2 deep dive.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Metrics that passed stability (r ≥ 0.40)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  <a:latin typeface="Arial"/>
              </a:rPr>
              <a:t>StatsBomb Open Data · prior → Bundesliga Y1 · cohort N=60 · 11 of 16 metrics pass the gate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024128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0"/>
                <a:gridCol w="1737360"/>
                <a:gridCol w="155448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 pairs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Next: redundancy (|r|≥0.70) among these passers → final scout-card shortlist → pizzas.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FBref stability — NOT RUN YET (planned list 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Only StatsBomb stability has been computed (N=60). FBref Tier 2 pairs are not frozen.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Table below is your Step-2 plan for when FBref is run — not real FBref r values.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1133856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1371600"/>
                <a:gridCol w="2011680"/>
                <a:gridCol w="429768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FBref 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status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Passes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Passes (volume)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PrgP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PrgC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Progressive carries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Carries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Shots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npxG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SCA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Shot-creating actions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Tkl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Interceptions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Aerials won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Touches in attacking 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5A00"/>
                </a:solidFill>
                <a:latin typeface="Arial"/>
              </a:rPr>
              <a:t>When FBref is frozen: replace Planned PASS/OUT with real prior→Y1 stability r (same layout as StatsBomb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Example player profile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Built from traits that passed stability + redundancy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How to read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Filled wedges = Year-1 Bundesliga percentiles vs peers.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Dashed arc = avg peer · Solid arc = top peer.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Only traits that passed stability + redundancy.</a:t>
            </a:r>
          </a:p>
        </p:txBody>
      </p:sp>
      <p:pic>
        <p:nvPicPr>
          <p:cNvPr id="9" name="Picture 8" descr="mock_pizza_bundeslig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51560"/>
            <a:ext cx="553690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Step 2 — redundancy picks (keep the more stable metric)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Among stability passers (r ≥ 0.41), resolve |r| ≥ 0.70 clusters by keeping the trait with higher prior→Bundesliga Y1 stability.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291840"/>
                <a:gridCol w="137160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|r|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Kept (more stable)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Dropped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↔ 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— 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CRY — Carries (r=0.413)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↔ 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— 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0.483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 — Shots (r=0.447)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↔ 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 — Pass volume (r=0.532)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37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Rule: when two portable metrics largely measure the same thing, keep the one that travels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1C1C"/>
                </a:solidFill>
                <a:latin typeface="Arial"/>
              </a:rPr>
              <a:t>StatsBomb final shortlist (9): DIS · PPC · PRS · PAS · TAC · CLR · XG · DRB · PATT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planned picks (same rule via SB analogues): PrgP over Passes · Carries over PrgC · npxG over 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FBref shortlist (8): PrgP · Carries · npxG · SCA · Tackles · Interceptions · Aerials won · Att-pen touches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Dropped from StatsBomb scout card: CRY (vs PAS), SH (vs XG); PAS contested vs PPC but retained from the PAS↔CRY keep.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Source: Step 2 Decision Tool PDF · stability gate r ≥ 0.41 · redundancy |r| ≥ 0.70 · cohort N=60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